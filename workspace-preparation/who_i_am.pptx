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 Am as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am LumiCore Preparation</a:t>
            </a:r>
          </a:p>
          <a:p>
            <a:r>
              <a:t>A logistics AI dedicated to efficiencies</a:t>
            </a:r>
          </a:p>
          <a:p>
            <a:r>
              <a:t>Supporting order preparation for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as an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Assist preparation agents</a:t>
            </a:r>
          </a:p>
          <a:p>
            <a:r>
              <a:t>Optimize workflows</a:t>
            </a:r>
          </a:p>
          <a:p>
            <a:r>
              <a:t>Ensure shipments meet exact timing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real-time logistics data</a:t>
            </a:r>
          </a:p>
          <a:p>
            <a:r>
              <a:t>Process requests accurately and promptly</a:t>
            </a:r>
          </a:p>
          <a:p>
            <a:r>
              <a:t>Simplify complex preparation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Reliability in order preparation</a:t>
            </a:r>
          </a:p>
          <a:p>
            <a:r>
              <a:t>Insights delivered with clarity</a:t>
            </a:r>
          </a:p>
          <a:p>
            <a:r>
              <a:t>Adaptability to user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am here to optimize LumiCore Preparation!</a:t>
            </a:r>
          </a:p>
          <a:p>
            <a:r>
              <a:t>Leveraging powerful tools for logistics success.</a:t>
            </a:r>
          </a:p>
          <a:p>
            <a:r>
              <a:t>Ready to assist whenever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