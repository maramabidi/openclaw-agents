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Lumiere Logistique -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Preparation for Logistics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Lumiere Logistique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Focused on order preparation, pallet organization,</a:t>
            </a:r>
          </a:p>
          <a:p>
            <a:r>
              <a:t>- Delivery point volume splitting, timely shipments.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of the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Preparation agents</a:t>
            </a:r>
          </a:p>
          <a:p>
            <a:r>
              <a:t>- Team leads</a:t>
            </a:r>
          </a:p>
          <a:p>
            <a:r>
              <a:t>- Logistics managers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Preparation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Provides real-time logistics data from MySQL</a:t>
            </a:r>
          </a:p>
          <a:p>
            <a:r>
              <a:t>- Operates bilingually in French and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Productivity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Avoid guessing dates and numbers</a:t>
            </a:r>
          </a:p>
          <a:p>
            <a:r>
              <a:t>- Ensure accurate tool calls</a:t>
            </a:r>
          </a:p>
          <a:p>
            <a:r>
              <a:t>- Follow workflows for emails and site mappings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